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</p:sldIdLst>
  <p:sldSz cy="6858000" cx="12192000"/>
  <p:notesSz cx="6858000" cy="9144000"/>
  <p:embeddedFontLst>
    <p:embeddedFont>
      <p:font typeface="Comfortaa"/>
      <p:regular r:id="rId9"/>
      <p:bold r:id="rId1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0" Type="http://schemas.openxmlformats.org/officeDocument/2006/relationships/font" Target="fonts/Comfortaa-bold.fntdata"/><Relationship Id="rId9" Type="http://schemas.openxmlformats.org/officeDocument/2006/relationships/font" Target="fonts/Comfortaa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Relationship Id="rId4" Type="http://schemas.openxmlformats.org/officeDocument/2006/relationships/image" Target="../media/image1.png"/><Relationship Id="rId5" Type="http://schemas.openxmlformats.org/officeDocument/2006/relationships/image" Target="../media/image6.png"/><Relationship Id="rId6" Type="http://schemas.openxmlformats.org/officeDocument/2006/relationships/image" Target="../media/image5.png"/><Relationship Id="rId7" Type="http://schemas.openxmlformats.org/officeDocument/2006/relationships/image" Target="../media/image4.png"/><Relationship Id="rId8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1.png"/><Relationship Id="rId5" Type="http://schemas.openxmlformats.org/officeDocument/2006/relationships/image" Target="../media/image6.png"/><Relationship Id="rId6" Type="http://schemas.openxmlformats.org/officeDocument/2006/relationships/image" Target="../media/image5.png"/><Relationship Id="rId7" Type="http://schemas.openxmlformats.org/officeDocument/2006/relationships/image" Target="../media/image4.png"/><Relationship Id="rId8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/>
          <p:nvPr/>
        </p:nvSpPr>
        <p:spPr>
          <a:xfrm>
            <a:off x="723900" y="5848350"/>
            <a:ext cx="10744200" cy="514350"/>
          </a:xfrm>
          <a:prstGeom prst="roundRect">
            <a:avLst>
              <a:gd fmla="val 25925" name="adj"/>
            </a:avLst>
          </a:prstGeom>
          <a:solidFill>
            <a:srgbClr val="01053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85" name="Google Shape;85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66800" y="6000750"/>
            <a:ext cx="209550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6" name="Google Shape;86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90650" y="6000750"/>
            <a:ext cx="180975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7" name="Google Shape;87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214937" y="6000750"/>
            <a:ext cx="180975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8" name="Google Shape;88;p1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115425" y="6000750"/>
            <a:ext cx="209550" cy="209550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3"/>
          <p:cNvSpPr txBox="1"/>
          <p:nvPr/>
        </p:nvSpPr>
        <p:spPr>
          <a:xfrm>
            <a:off x="1685925" y="6010275"/>
            <a:ext cx="11049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Comfortaa"/>
                <a:ea typeface="Comfortaa"/>
                <a:cs typeface="Comfortaa"/>
                <a:sym typeface="Comfortaa"/>
              </a:rPr>
              <a:t>capa.auk</a:t>
            </a:r>
            <a:endParaRPr/>
          </a:p>
        </p:txBody>
      </p:sp>
      <p:sp>
        <p:nvSpPr>
          <p:cNvPr id="90" name="Google Shape;90;p13"/>
          <p:cNvSpPr txBox="1"/>
          <p:nvPr/>
        </p:nvSpPr>
        <p:spPr>
          <a:xfrm>
            <a:off x="5510212" y="6010275"/>
            <a:ext cx="11811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Comfortaa"/>
                <a:ea typeface="Comfortaa"/>
                <a:cs typeface="Comfortaa"/>
                <a:sym typeface="Comfortaa"/>
              </a:rPr>
              <a:t>CAPA AUK</a:t>
            </a:r>
            <a:endParaRPr/>
          </a:p>
        </p:txBody>
      </p:sp>
      <p:sp>
        <p:nvSpPr>
          <p:cNvPr id="91" name="Google Shape;91;p13"/>
          <p:cNvSpPr txBox="1"/>
          <p:nvPr/>
        </p:nvSpPr>
        <p:spPr>
          <a:xfrm>
            <a:off x="9439275" y="6010275"/>
            <a:ext cx="2107406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Comfortaa"/>
                <a:ea typeface="Comfortaa"/>
                <a:cs typeface="Comfortaa"/>
                <a:sym typeface="Comfortaa"/>
              </a:rPr>
              <a:t>capa@auk.edu.krd</a:t>
            </a:r>
            <a:endParaRPr/>
          </a:p>
        </p:txBody>
      </p:sp>
      <p:pic>
        <p:nvPicPr>
          <p:cNvPr id="92" name="Google Shape;92;p13" title="Center_for_Academic_and_Professional_Advancement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488575" y="351575"/>
            <a:ext cx="4058099" cy="1237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3" title="german cooperation deutsche zusammenarbeit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723901" y="459625"/>
            <a:ext cx="1823430" cy="1021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14" title="Center_for_Academic_and_Professional_Advancement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89593" y="351575"/>
            <a:ext cx="3178503" cy="969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p14" title="german cooperation deutsche zusammenarbeit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23900" y="436205"/>
            <a:ext cx="1428202" cy="80008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5"/>
          <p:cNvSpPr/>
          <p:nvPr/>
        </p:nvSpPr>
        <p:spPr>
          <a:xfrm>
            <a:off x="723900" y="5848350"/>
            <a:ext cx="10744200" cy="514350"/>
          </a:xfrm>
          <a:prstGeom prst="roundRect">
            <a:avLst>
              <a:gd fmla="val 25925" name="adj"/>
            </a:avLst>
          </a:prstGeom>
          <a:solidFill>
            <a:srgbClr val="01053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05" name="Google Shape;105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66800" y="6000750"/>
            <a:ext cx="209550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6" name="Google Shape;106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90650" y="6000750"/>
            <a:ext cx="180975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7" name="Google Shape;107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214937" y="6000750"/>
            <a:ext cx="180975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8" name="Google Shape;108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115425" y="6000750"/>
            <a:ext cx="209550" cy="209550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5"/>
          <p:cNvSpPr txBox="1"/>
          <p:nvPr/>
        </p:nvSpPr>
        <p:spPr>
          <a:xfrm>
            <a:off x="1543050" y="6010275"/>
            <a:ext cx="11049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Comfortaa"/>
                <a:ea typeface="Comfortaa"/>
                <a:cs typeface="Comfortaa"/>
                <a:sym typeface="Comfortaa"/>
              </a:rPr>
              <a:t>capa.auk</a:t>
            </a:r>
            <a:endParaRPr/>
          </a:p>
        </p:txBody>
      </p:sp>
      <p:sp>
        <p:nvSpPr>
          <p:cNvPr id="110" name="Google Shape;110;p15"/>
          <p:cNvSpPr txBox="1"/>
          <p:nvPr/>
        </p:nvSpPr>
        <p:spPr>
          <a:xfrm>
            <a:off x="5367337" y="6010275"/>
            <a:ext cx="11811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Comfortaa"/>
                <a:ea typeface="Comfortaa"/>
                <a:cs typeface="Comfortaa"/>
                <a:sym typeface="Comfortaa"/>
              </a:rPr>
              <a:t>CAPA AUK</a:t>
            </a:r>
            <a:endParaRPr/>
          </a:p>
        </p:txBody>
      </p:sp>
      <p:sp>
        <p:nvSpPr>
          <p:cNvPr id="111" name="Google Shape;111;p15"/>
          <p:cNvSpPr txBox="1"/>
          <p:nvPr/>
        </p:nvSpPr>
        <p:spPr>
          <a:xfrm>
            <a:off x="9228534" y="6010275"/>
            <a:ext cx="2107406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Comfortaa"/>
                <a:ea typeface="Comfortaa"/>
                <a:cs typeface="Comfortaa"/>
                <a:sym typeface="Comfortaa"/>
              </a:rPr>
              <a:t>capa@auk.edu.krd</a:t>
            </a:r>
            <a:endParaRPr/>
          </a:p>
        </p:txBody>
      </p:sp>
      <p:pic>
        <p:nvPicPr>
          <p:cNvPr id="112" name="Google Shape;112;p15" title="Center_for_Academic_and_Professional_Advancement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488575" y="351575"/>
            <a:ext cx="4058099" cy="1237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p15" title="german cooperation deutsche zusammenarbeit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723901" y="459625"/>
            <a:ext cx="1823430" cy="1021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